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开场说明：本次为三个目标的调研汇报，重点深入 Agentic PIC Design；后半部分提出个人倾向供组内讨论，尚未确定正式课题。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关注分布式感知系统的光电集成；光子 AI 关注光学硬件承担推理运算；Agentic PIC 关注智能设计方法与专业工具协同。三者并列，不是既定实施阶段。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本轮是结构化范围综述，不是穷尽式系统综述。依次核对研究对象、代表工作、原文证据，再归纳待研究问题；作者主张、本项目核验与未知项分开表述。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窄线宽光经调制形成探测光进入传感光纤。扰动改变沿线 Rayleigh 后向散射，回波与本振在相干接收端转换为电信号，采集与 DSP 解调得到距离和振动。箭头分别表示发射与返回路径。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2024 SOI PIC 集成调制、偏振处理、光学混合和平衡探测，激光及采集仍片外。2026 工作进一步把 InP 外腔激光、微光学、SOI PIC 和 TEC 封装在模块中，但并非完整系统片上化。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原始 PDF 在当前 Zotero 附件中未找到，因此按已核验会议论文与正式报告重绘。模块约 40×40×10 mm，激光线宽低于 3 kHz；作者在 10 km G.652.D 上报告约 4 m 空间分辨率与 73.27 pε/√Hz 特定统计口径应变分辨率。三页论文缺少完整功耗、良率、长期漂移和重复样本数据。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以矩阵向量乘法说明：电子数据编码到光，光学网络实现线性变换，探测转换为电信号。完整推理还涉及激光、调制器、存储、非线性、校准和电子输出；不能只计光学核心能耗。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MZI 用相位和干涉形成可调线性变换；微环与波分复用利用波长选择和加权；衍射结构利用传播与相位调制形成任务相关映射。图是通用机理简化图，并非某篇论文的实际器件版图。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原图 Fig. 1(b) 是 ACCEL 的 OAC 加模拟电子 EAC。论文在 Fashion-MNIST、三类 ImageNet 和延时视频识别给出任务级实验；作者报告 85.5%、82.0%、92.6% 准确率。性能数字依论文 operation 和系统定义，不能泛化为完整通用 AI 推理。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 1×2 MMI 贯穿后续三页。输入目标包括两路功率分配、损耗、波长及工艺边界；宽度 W、长度 L 是可调几何参数。仿真检查传输与不平衡，版图需满足 DRC。此页是教学示例，没有运行仿真。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单次脚本生成由工程师运行和检查。Agent 方法增加任务状态、工具接口、输出检查及下一步决策；是否真正闭环要看工具调用与验证证据。PICopilot 主要评价脚本输出，AutoPhotonicDesign 展示真实仿真迭代。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1×2 MMI 的要求先形成可检查设计规范；Agent/Harness 管理步骤与工具接口；器件模型和 PDK 提供知识边界；仿真、版图和 DRC 给出可核验输出。反馈不应由模型自评代替物理计算。图为综合参考架构。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解释图中四个角色而非只念 Agent 名称。论文以 102 个 prompt 评价流程，作者报告单器件最高约 91%、≤15 元件电路 pass@5 约 57%。FDTD 分支因兼容性没有进入主发布。GDS/DRC 与 SAX 不等于实际器件性能或代工签核。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图中 PIC Designer 提供任务；Task Planner 分解，Function-specific Script Generator 经手册检索生成代码，Script Synthesizer 汇总，Script Evaluator 做静态与自定义检查。论文的任务是脚本生成，不可把产出的 FDTD 脚本等同已经运行的物理结果。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红叉是被丢弃尝试、绿点是保留结果、绿线是迄今最优。论文展示真实物理求解器输出驱动设计迭代，这是较强的仿真在环证据。但人类工程师准备 design.py/program.md 的目标、约束与 evaluator；多物理调制器例子还需要专家修正。图中横轴 50 experiments 不能直接转化为通用成功率。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矩阵不是全领域支持/不支持判断。PhIDO 验证结构/电路流程；PICopilot 主要为脚本任务；AutoPhotonicDesign 有真实 solver；PICBench 通过 JSON netlist 与 SAX 评价。待核表示本轮论文证据未足以确定。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路线 A 正式名称为证据优先的 Agentic PIC Harness 方法研究，B 是 DAS 系统需求到光电混合集成约束的可追溯传播，C 是光子 AI 的器件误差—任务精度—系统成本联合证据链。图中是压缩后的题眼；三条均不是已选课题，不能用单一成熟度排序。个人更希望进一步研究 Agentic PIC 中真实物理设计问题。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PhIDO 与 PICBench 展示结构化表示；AutoPhotonicDesign 展示人类设定约束后的求解器循环；PICopilot 展示脚本评价。值得进一步核验的是复杂物理约束的表达、一致性、跨工具传递与设计过程保持，而不是断言整个领域没有物理约束能力。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总体目标是让 AI 在专业工具与物理要求支持下参与真实器件/电路设计。当前优先研究设计需求理解和物理约束处理，随后可能延伸到工具执行、仿真反馈与跨任务复用。三个未决问题：已有方法做到何种程度；侧重表达、冲突、传递还是保持；选择什么物理任务验证价值与通用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结束时用三个收获复述证据边界，不作完成系统或实验承诺。请导师和师兄师姐优先讨论切入问题是否合适，以及用哪类具体 PIC 器件或电路任务检验其价值。预留问答。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8229600" cy="18288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03504"/>
            <a:ext cx="822960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5603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spc="180" kern="0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PIC_HARNESS_RESEARCH · 组会调研</a:t>
            </a:r>
            <a:endParaRPr lang="en-US" sz="82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78992"/>
            <a:ext cx="7909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面向光子芯片智能设计的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国内外研究现状与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技术路线分析</a:t>
            </a:r>
            <a:endParaRPr lang="en-US" sz="4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328416"/>
            <a:ext cx="7909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光电混合集成 · 光子人工智能计算 · Agentic PIC Design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汇报人：林子涵｜纤维光学与生物光子学课题组｜2026 年 9 月 23 日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051560"/>
            <a:ext cx="1554480" cy="2971800"/>
          </a:xfrm>
          <a:prstGeom prst="rect">
            <a:avLst/>
          </a:prstGeom>
          <a:solidFill>
            <a:srgbClr val="1F2937">
              <a:alpha val="16000"/>
            </a:srgbClr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4224528"/>
            <a:ext cx="1234440" cy="5486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三个研究目标：对象不同，可能交叉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物理系统、计算硬件与设计方法分别建立证据链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2-three-direction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来源：项目 README；TASK-007 正式调研报告 §1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从论文进展走向可讨论的研究问题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既看技术方法，也看实际验证与边界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3-evidence-chai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来源：TASK-007 正式调研报告 §方法；全文证据审计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DAS：从光纤后向散射恢复沿线扰动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发射、传感、相干接收与解调是一条完整信号链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4-das-system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依据：TASK-007 正式调研报告 §DAS 原理；Jin 等 2024/2026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 集成：比较功能边界，而非只比芯片尺寸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器件、PIC、混合模块与系统级演示是不同层级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5-das-level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依据：Jin 等 2024, Photonics Research；Jin 等 2026, OFC W4D.2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Jin 等：混合集成模块进入 10 km DAS 演示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 激光 + 微光学 + SOI 收发 PIC + TEC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6-jin-modul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根据 Jin 等（2026）OFC W4D.2 改绘；doi:10.1364/OFC.2026.W4D.2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光子 AI：把线性运算放进光学路径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y = W x 为例，输入和权重需被编码到光场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7-ai-hybri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依据：TASK-007 正式调研报告 §光子 AI；Wetzstein 等 2020, Nature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三类光学计算架构，限制条件各不相同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MZI、微环/WDM 与衍射传播分别利用不同物理机制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8-ai-architecture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依据：TASK-007 正式调研报告 §3；Zhou 等 2021；Feldmann 等 2021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ACCEL：任务级视觉演示与计算边界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原论文 Fig. 1(b) 展示衍射光学编码与模拟电子计算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5964"/>
            <a:ext cx="4608576" cy="3112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pic>
        <p:nvPicPr>
          <p:cNvPr id="6" name="Image 0" descr="G:\PIC_Harness_Research\presentations\task-010-group-meeting-rebuild\assets\accel-fig1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2167669"/>
            <a:ext cx="4498848" cy="124859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40096" y="1235964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68112" y="1235964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结构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68112" y="1510284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衍射光学编码 OAC → 光电探测 → 模拟电子计算 EAC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40096" y="2303780"/>
            <a:ext cx="36576" cy="97637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68112" y="2303780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实验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68112" y="2578100"/>
            <a:ext cx="3218688" cy="468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作者报告准确率：Fashion-MNIST 85.5%；三类 ImageNet 82.0%；视频 92.6%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40096" y="3371596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68112" y="3371596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边界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68112" y="3645916"/>
            <a:ext cx="3218688" cy="468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 Peta-OPS/W 与 72 ns 使用论文定义口径；不可等同通用数字推理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3754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等（2023），Nature，Fig. 1(b) 局部；CC BY 4.0。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doi:10.1038/s41586-023-06558-8；PMC10620079，Fig. 1(b)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9/20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以 1×2 MMI 为例：设计需要穿过物理验证链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从性能要求到几何、仿真、优化、版图与检查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0-mmi-desig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依据：TASK-005 技术地图；TASK-007 §Agentic PIC；概念示意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从 LLM 脚本生成到 Agent 工具循环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关键差别是能否读取工具结果并决定下一步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1-agent-vs-llm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依据：TASK-005 能力/验证矩阵；PhIDO、PICopilot、AutoPD 原文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PIC 参考架构：约束必须进入工具链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需求、设计知识、专业工具与物理反馈形成可追溯循环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2-reference-architectur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 TASK-005 参考架构与 TASK-007 §4 改绘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PhIDO：自然语言进入研究级 PIC 设计流程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原论文 Fig. 1 连接解释、设计、版图与电路验证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5964"/>
            <a:ext cx="4608576" cy="3112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pic>
        <p:nvPicPr>
          <p:cNvPr id="6" name="Image 0" descr="G:\PIC_Harness_Research\presentations\task-010-group-meeting-rebuild\assets\phido-fi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664497"/>
            <a:ext cx="4498848" cy="225494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40096" y="1235964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68112" y="1235964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输入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68112" y="1510284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 → 实体/规格 → YAML DSL 与 Pydantic 校验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40096" y="2303780"/>
            <a:ext cx="36576" cy="97637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68112" y="2303780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工具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68112" y="2578100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gdsfactory 生成 GDS/DRC；部分任务经 SAX 电路模型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40096" y="3371596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68112" y="3371596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验证边界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68112" y="3645916"/>
            <a:ext cx="3218688" cy="468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个 prompt；结构/电路级 proof-of-concept，非 foundry signoff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3754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Sharma 等（2025），APL Machine Learning，Fig. 1 原图；CC BY 4.0。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doi:10.1063/5.0300741；Fig. 1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13/20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PICopilot：多 Agent 协作生成 PIC 设计脚本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原论文 Fig. 2 展示任务分解、检索、合成与静态评价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5964"/>
            <a:ext cx="4608576" cy="3112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pic>
        <p:nvPicPr>
          <p:cNvPr id="6" name="Image 0" descr="G:\PIC_Harness_Research\presentations\task-010-group-meeting-rebuild\assets\picopilot-fi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21694"/>
            <a:ext cx="4498848" cy="21405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40096" y="1235964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68112" y="1235964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任务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68112" y="1510284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设计说明拆成版图、DRC、FDTD 等脚本子任务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40096" y="2303780"/>
            <a:ext cx="36576" cy="97637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68112" y="2303780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方法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68112" y="2578100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 + 工具手册检索 + 程序生成/合成 + 脚本评价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40096" y="3371596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68112" y="3371596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证据边界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68112" y="364591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个脚本任务；作者报告全部完成，未核验公开实现和自治执行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3754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Jiang 等（2026），ICCAD 论文预印本，Fig. 2 原图；学术汇报引用。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arXiv:2608.01791；Fig. 2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14/20</a:t>
            </a:r>
            <a:endParaRPr lang="en-US" sz="8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AutoPhotonicDesign：真实物理求解器驱动迭代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原论文 Fig. 2 展示被动弯曲器件的 50 次实验过程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5964"/>
            <a:ext cx="4608576" cy="3112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pic>
        <p:nvPicPr>
          <p:cNvPr id="6" name="Image 0" descr="G:\PIC_Harness_Research\presentations\task-010-group-meeting-rebuild\assets\autopd-fi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5989" y="1290828"/>
            <a:ext cx="2510998" cy="3002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40096" y="1235964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68112" y="1235964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任务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68112" y="1510284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人类定义目标、约束和评价程序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40096" y="2303780"/>
            <a:ext cx="36576" cy="97637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68112" y="2303780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闭环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68112" y="2578100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提出设计 → Tidy3D 求解 → 评价 → 保留/修正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40096" y="3371596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68112" y="3371596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边界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68112" y="364591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器件级仿真在环；专家设置和纠错仍重要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3754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Kharel 等（2026），arXiv:2606.00915，Fig. 2 原图；学术汇报引用。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arXiv:2606.00915；Fig. 2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15/20</a:t>
            </a:r>
            <a:endParaRPr lang="en-US" sz="8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代表性工作覆盖了不同设计环节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对比的是论文所展示的任务与证据层级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6-capability-matrix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依据：TASK-005 能力矩阵；TASK-007 §4.2；四篇原文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三方向形成不同的候选研究问题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综合比较研究对象、已验证进展和仍待考察的边界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7-cross-directi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依据：TASK-006 候选路线；TASK-007 候选路线总结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从需求理解到物理验证：约束能否贯穿设计？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四层技术问题对应不同论文已有能力和待核证据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8-four-layer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依据：PhIDO Fig. 1；PICopilot Fig. 2；AutoPD Fig. 2；PICBench；TASK-007 §研究缺口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个人倾向：从物理约束理解切入真实 PIC 设计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PIC Design 是主要方向；具体技术方案尚待讨论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9-research-inclinati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来源：用户确认的个人倾向；TASK-007 候选路线仅作背景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总结与组内讨论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以证据约束判断，以具体设计任务收敛问题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54252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三点收获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40636"/>
            <a:ext cx="3954780" cy="1685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DAS、光子 AI、Agentic PIC 的研究对象与技术体系不同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PIC 已覆盖结构、脚本、仿真在环等不同能力层级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个人倾向优先关注需求理解与物理约束处理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1254252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两个讨论问题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732020" y="2040636"/>
            <a:ext cx="3954780" cy="1685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是否适合优先深入 PIC 设计需求与物理约束处理？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下一阶段聚焦哪些具体技术问题和代表工作，才能明确研究贡献？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53712" y="1309116"/>
            <a:ext cx="36576" cy="243535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82212"/>
            <a:ext cx="7315200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982212"/>
            <a:ext cx="73152" cy="566928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4018788"/>
            <a:ext cx="6967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当前是研究倾向，不是已确定的课题、算法或实验计划。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来源：TASK-007 正式报告与候选路线；用户确认的最新研究倾向</a:t>
            </a:r>
            <a:endParaRPr lang="en-US" sz="84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20/20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面向光子芯片智能设计的国内外研究现状与技术路线分析</dc:title>
  <dc:subject>首次正式组会调研汇报</dc:subject>
  <dc:creator>PptxGenJS</dc:creator>
  <cp:lastModifiedBy>PptxGenJS</cp:lastModifiedBy>
  <cp:revision>1</cp:revision>
  <dcterms:created xsi:type="dcterms:W3CDTF">2026-09-23T13:57:42Z</dcterms:created>
  <dcterms:modified xsi:type="dcterms:W3CDTF">2026-09-23T13:57:42Z</dcterms:modified>
</cp:coreProperties>
</file>