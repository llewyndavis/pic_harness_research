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计划用时：45 秒。
前面同学介绍的是 DAS 系统的组成和需求。我的部分关注这些需求进入芯片设计流程之后，如何借助 AI 组织设计、仿真和修改。以一个器件为例，工程师先选择结构和参数，运行仿真，分析结果，再决定怎么修改。这一循环需要反复执行。我的课题方向是研究 Agent Harness，让模型能够通过专业工具获得反馈，并组织后续动作。这里汇报的是候选方向。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计划用时：60 秒。
Harness 可以理解为围绕智能体运行的执行框架。它接收设计目标与约束，把设计动作交给 CAD 或仿真工具，同时保存当前设计版本和执行过程。Agent 负责规划、解释和动作选择；仿真器返回数值结果，评价器计算指标并检查条件。评价反馈再进入下一轮。模型的解释不能直接作为物理正确性的依据，数值结果也要连同模型和仿真设置一起检查。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计划用时：65 秒。
已有工作证明了不同环节的可行性。PhIDO 将自然语言转成结构化设计和版图，主要基准评价结构有效性。PICopilot 面向脚本生成，内部反馈主要是静态代码和自定义检查，外部基准执行脚本并评分。Kharel 的工作已经有显式规则、真实数值求解器、定量验收和迭代，所以不能认为已有方法都只会写代码。但其多物理初设曾需要专家纠正。三项工作的成功定义不同，不能拿单一成功率排序。
来源：Sharma et al., PhIDO, DOI:10.1063/5.0300741；Jiang et al., PICopilot, DOI:10.48550/arXiv.2608.01791；Kharel et al., Autonomous agentic design for photonics, DOI:10.48550/arXiv.2606.00915。论文能力与结果来自既有核读记录，不是本项目复现。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计划用时：60 秒。
我的兴趣集中在仿真之后。结果不理想时，智能体能否定位性能瓶颈，提出原因假设，再选择修改参数、改变策略或补充验证？诊断需要形成可检验的预测，例如某个参数的变化应影响哪类指标。下一轮结果才能检验这个解释是否有用。这是当前拟研究的问题；既有仿真闭环是否已经具备足够的诊断能力，以及该方法是否有额外价值，都还需要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计划用时：90 秒。
拟议闭环从明确目标、变量与约束开始。生成候选结构后先检查几何和工艺条件，再运行数值仿真，并保存材料、模型和求解条件。Agent 根据反馈与器件知识提出诊断假设，选择下一步动作。动作可以是修改参数、做补充扫描，或回退到上一个设计。确定性评价器重新检查指标与约束；满足条件时输出，不满足时继续或转人工。研究重点在图中的结果诊断与动作选择，而 Harness 保存执行状态和证据，使整个过程可追溯。图是研究设想，没有表示我们已经实现这一系统。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计划用时：75 秒。
用一个一进二出 MMI 分光器说明。图中只是简化结构，不是具体论文器件或实验数据。假设仿真返回两路输出功率不均衡，首先要确认输入、模型和求解设置是否适用。随后提出可检验的候选原因，例如某些几何参数的变化是否会影响均衡。通过参数扫描或复算核对趋势，证据支持时才进行修改，再同时检查均衡和损耗。如果新结果不支持假设，就修正诊断，而不是继续沿着错误解释修改。这说明一次物理诊断应如何落到工具动作和后续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计划用时：55 秒。
方法的价值需要比较来证明。未来拟在相同任务、工具和预算下，对比普通工具调用 Agent、物理引导 Agent，以及适用的数值优化方法。关注三类问题：设计是否达标，执行花了多少成本，诊断和动作是否可靠。先在基础器件上建立证据，再讨论复杂 PIC。DAS 可以作为后续复杂应用场景之一，与同学的系统方向形成接口。具体任务和指标尚未确定；目前没有方法优越性的实验证据。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从应用需求到芯片设计：为什么需要 Harness？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课题方向：面向光子芯片自主设计的 Agent Harness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1-design-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§2–6；拟议概念，非已实现系统｜1/7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如何连接 AI 与专业工具？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模型提出方案，专业工具与评价器提供可核验依据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2-harness-rol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§2–6；拟议概念，非已实现系统｜2/7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已有 PIC Agent 做到了哪一步？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输出、反馈来源和成功定义必须一起看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892808"/>
        </p:xfrm>
        <a:graphic>
          <a:graphicData uri="http://schemas.openxmlformats.org/drawingml/2006/table">
            <a:tbl>
              <a:tblPr/>
              <a:tblGrid>
                <a:gridCol w="1234440"/>
                <a:gridCol w="1810512"/>
                <a:gridCol w="2139696"/>
                <a:gridCol w="30449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工作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主要输出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反馈来源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成功 / 验证边界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结构化设计 / GDS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Schema、DRC；部分 SAX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主基准：结构有效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不能推出光学性能达标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PICopilot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设计脚本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内部静态检查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外部执行评分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脚本功能正确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内部非物理仿真闭环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Kharel 2026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设计与迭代日志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 + 数值仿真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定量验收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仿真闭环已展示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初设与评价依赖专家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依据：PhIDO Fig.1/Table II；PICopilot §3.6/4；Kharel Fig.1/Table S2（详细 DOI 见备注）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我的研究问题：仿真之后如何决定下一步？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关注仿真结果 → 物理诊断 → 设计决策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4-research-focu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§2–6；拟议概念，非已实现系统｜4/7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拟议方法：建立可验证的设计闭环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物理反馈驱动的诊断与决策｜拟议架构，尚未实现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5-proposed-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§2–6；拟议概念，非已实现系统｜5/7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MMI 示例：分光不均衡时怎么办？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结构与诊断过程示意｜未运行实验，无性能数据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6-mmi-examp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§4、§6；MMI 简化结构与假设情境，非论文原图或实验结果｜6/7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如何验证价值，并对接 DAS？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验证思路为候选；任务、预算和判据待后续明确</a:t>
            </a:r>
            <a:endParaRPr lang="en-US" sz="1300" dirty="0"/>
          </a:p>
        </p:txBody>
      </p:sp>
      <p:pic>
        <p:nvPicPr>
          <p:cNvPr id="5" name="Image 0" descr="G:\PIC_Harness_Research\presentations\task-018-class-harness\assets\p07-evaluation-rou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来源：候选方向材料 §2–6；拟议概念，非已实现系统｜7/7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面向光子芯片自主设计的 Agent Harness</dc:title>
  <dc:subject>课堂汇报｜Harness 模块｜初版</dc:subject>
  <dc:creator>PptxGenJS</dc:creator>
  <cp:lastModifiedBy>PptxGenJS</cp:lastModifiedBy>
  <cp:revision>1</cp:revision>
  <dcterms:created xsi:type="dcterms:W3CDTF">2026-10-09T02:07:40Z</dcterms:created>
  <dcterms:modified xsi:type="dcterms:W3CDTF">2026-10-09T02:07:40Z</dcterms:modified>
</cp:coreProperties>
</file>